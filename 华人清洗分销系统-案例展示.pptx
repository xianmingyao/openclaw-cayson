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华人清洗分销系统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技术团队 &amp; 成功案例展示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2026年5月27日 · 客户会议专用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一、项目体验 — 多商户分销系统在线演示</a:t>
            </a:r>
          </a:p>
          <a:p>
            <a:pPr>
              <a:spcAft>
                <a:spcPts val="1000"/>
              </a:spcAft>
              <a:defRPr sz="2200"/>
            </a:pPr>
            <a:r>
              <a:t>二、技术团队介绍 — 农场认养小鸡商城项目经验</a:t>
            </a:r>
          </a:p>
          <a:p>
            <a:pPr>
              <a:spcAft>
                <a:spcPts val="1000"/>
              </a:spcAft>
              <a:defRPr sz="2200"/>
            </a:pPr>
            <a:r>
              <a:t>三、系统架构 — 分销角色体系、商品规则、关系绑定</a:t>
            </a:r>
          </a:p>
          <a:p>
            <a:pPr>
              <a:spcAft>
                <a:spcPts val="1000"/>
              </a:spcAft>
              <a:defRPr sz="2200"/>
            </a:pPr>
            <a:r>
              <a:t>四、奖励体系 — 直推奖、对碰奖、代数奖、滑落奖、职级分红</a:t>
            </a:r>
          </a:p>
          <a:p>
            <a:pPr>
              <a:spcAft>
                <a:spcPts val="1000"/>
              </a:spcAft>
              <a:defRPr sz="2200"/>
            </a:pPr>
            <a:r>
              <a:t>五、API对接 — 对接系统、数据交互方式</a:t>
            </a:r>
          </a:p>
          <a:p>
            <a:pPr>
              <a:spcAft>
                <a:spcPts val="1000"/>
              </a:spcAft>
              <a:defRPr sz="2200"/>
            </a:pPr>
            <a:r>
              <a:t>六、核心卖点总结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项目体验 — 多商户分销系统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【后台管理系统】http://0626tbcs.ohlegend.com/admin/dashboard</a:t>
            </a:r>
          </a:p>
          <a:p>
            <a:pPr>
              <a:spcAft>
                <a:spcPts val="1000"/>
              </a:spcAft>
              <a:defRPr sz="2200"/>
            </a:pPr>
            <a:r>
              <a:t>  账号：admin  密码：admin888</a:t>
            </a:r>
          </a:p>
          <a:p>
            <a:pPr>
              <a:spcAft>
                <a:spcPts val="1000"/>
              </a:spcAft>
              <a:defRPr sz="2200"/>
            </a:pPr>
            <a:r>
              <a:t>【商户端】http://0626tbcs.ohlegend.com/merchant/login</a:t>
            </a:r>
          </a:p>
          <a:p>
            <a:pPr>
              <a:spcAft>
                <a:spcPts val="1000"/>
              </a:spcAft>
              <a:defRPr sz="2200"/>
            </a:pPr>
            <a:r>
              <a:t>  商户：13000000000  密码：123456</a:t>
            </a:r>
          </a:p>
          <a:p>
            <a:pPr>
              <a:spcAft>
                <a:spcPts val="1000"/>
              </a:spcAft>
              <a:defRPr sz="2200"/>
            </a:pPr>
            <a:r>
              <a:t>【前端页面】http://0626tbcs.ohlegend.com/</a:t>
            </a:r>
          </a:p>
          <a:p>
            <a:pPr>
              <a:spcAft>
                <a:spcPts val="1000"/>
              </a:spcAft>
              <a:defRPr sz="2200"/>
            </a:pPr>
            <a:r>
              <a:t>  功能：商户入驻 / 品牌好店 / 积分商城 / 推广中心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技术团队介绍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核心项目经验</a:t>
            </a:r>
          </a:p>
          <a:p>
            <a:pPr>
              <a:spcAft>
                <a:spcPts val="800"/>
              </a:spcAft>
              <a:defRPr sz="2000"/>
            </a:pPr>
            <a:r>
              <a:t>• 农场认养小鸡商城（2011-2022）</a:t>
            </a:r>
          </a:p>
          <a:p>
            <a:pPr>
              <a:spcAft>
                <a:spcPts val="800"/>
              </a:spcAft>
              <a:defRPr sz="2000"/>
            </a:pPr>
            <a:r>
              <a:t>• 项目周期：超11年持续迭代</a:t>
            </a:r>
          </a:p>
          <a:p>
            <a:pPr>
              <a:spcAft>
                <a:spcPts val="800"/>
              </a:spcAft>
              <a:defRPr sz="2000"/>
            </a:pPr>
            <a:r>
              <a:t>• 担任职位：PHP技术组长</a:t>
            </a:r>
          </a:p>
          <a:p>
            <a:pPr>
              <a:spcAft>
                <a:spcPts val="800"/>
              </a:spcAft>
              <a:defRPr sz="2000"/>
            </a:pPr>
            <a:r>
              <a:t>• 项目规模：分销电商上链平台</a:t>
            </a:r>
          </a:p>
          <a:p>
            <a:pPr>
              <a:spcAft>
                <a:spcPts val="800"/>
              </a:spcAft>
              <a:defRPr sz="2000"/>
            </a:pPr>
            <a:r>
              <a:t>• 用户激活：沉淀用户拓展互动情节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技术架构能力</a:t>
            </a:r>
          </a:p>
          <a:p>
            <a:pPr>
              <a:spcAft>
                <a:spcPts val="800"/>
              </a:spcAft>
              <a:defRPr sz="2000"/>
            </a:pPr>
            <a:r>
              <a:t>• Hyperf 协程框架</a:t>
            </a:r>
          </a:p>
          <a:p>
            <a:pPr>
              <a:spcAft>
                <a:spcPts val="800"/>
              </a:spcAft>
              <a:defRPr sz="2000"/>
            </a:pPr>
            <a:r>
              <a:t>• MySQL8 + Redis + MongoDB</a:t>
            </a:r>
          </a:p>
          <a:p>
            <a:pPr>
              <a:spcAft>
                <a:spcPts val="800"/>
              </a:spcAft>
              <a:defRPr sz="2000"/>
            </a:pPr>
            <a:r>
              <a:t>• RabbitMQ 消息队列</a:t>
            </a:r>
          </a:p>
          <a:p>
            <a:pPr>
              <a:spcAft>
                <a:spcPts val="800"/>
              </a:spcAft>
              <a:defRPr sz="2000"/>
            </a:pPr>
            <a:r>
              <a:t>• ElasticSearch 搜索引擎</a:t>
            </a:r>
          </a:p>
          <a:p>
            <a:pPr>
              <a:spcAft>
                <a:spcPts val="800"/>
              </a:spcAft>
              <a:defRPr sz="2000"/>
            </a:pPr>
            <a:r>
              <a:t>• Docker 微服务架构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成功案例：农场认养小鸡商城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【项目背景】类似支付宝芭芭农场的游戏化电商平台</a:t>
            </a:r>
          </a:p>
          <a:p>
            <a:pPr>
              <a:spcAft>
                <a:spcPts val="1000"/>
              </a:spcAft>
              <a:defRPr sz="2200"/>
            </a:pPr>
            <a:r>
              <a:t>【核心玩法】用户认养小鸡，每天产蛋获取收益</a:t>
            </a:r>
          </a:p>
          <a:p>
            <a:pPr>
              <a:spcAft>
                <a:spcPts val="1000"/>
              </a:spcAft>
              <a:defRPr sz="2200"/>
            </a:pPr>
            <a:r>
              <a:t>【商业模式】三级分销体系，实现用户裂变</a:t>
            </a:r>
          </a:p>
          <a:p>
            <a:pPr>
              <a:spcAft>
                <a:spcPts val="1000"/>
              </a:spcAft>
              <a:defRPr sz="2200"/>
            </a:pPr>
            <a:r>
              <a:t>【技术亮点】区块链上链 + 多Java项目数据打通</a:t>
            </a:r>
          </a:p>
          <a:p>
            <a:pPr>
              <a:spcAft>
                <a:spcPts val="1000"/>
              </a:spcAft>
              <a:defRPr sz="2200"/>
            </a:pPr>
            <a:r>
              <a:t>【项目成果】超11年持续运营，沉淀用户激活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分销角色体系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对内角色</a:t>
            </a:r>
          </a:p>
          <a:p>
            <a:pPr>
              <a:spcAft>
                <a:spcPts val="800"/>
              </a:spcAft>
              <a:defRPr sz="2000"/>
            </a:pPr>
            <a:r>
              <a:t>• SU 销售经理 — 内部管理人员</a:t>
            </a:r>
          </a:p>
          <a:p>
            <a:pPr>
              <a:spcAft>
                <a:spcPts val="800"/>
              </a:spcAft>
              <a:defRPr sz="2000"/>
            </a:pPr>
            <a:r>
              <a:t>• BU 合伙人 — 初级合伙人，可发展N级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对外角色</a:t>
            </a:r>
          </a:p>
          <a:p>
            <a:pPr>
              <a:spcAft>
                <a:spcPts val="800"/>
              </a:spcAft>
              <a:defRPr sz="2000"/>
            </a:pPr>
            <a:r>
              <a:t>• BU 合伙人（外部）— 外部合作伙伴</a:t>
            </a:r>
          </a:p>
          <a:p>
            <a:pPr>
              <a:spcAft>
                <a:spcPts val="800"/>
              </a:spcAft>
              <a:defRPr sz="2000"/>
            </a:pPr>
            <a:r>
              <a:t>• N级分销商 — 无限裂变层级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分销商品规则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分销商品由后台统一录入业绩订单</a:t>
            </a:r>
          </a:p>
          <a:p>
            <a:pPr>
              <a:spcAft>
                <a:spcPts val="1000"/>
              </a:spcAft>
              <a:defRPr sz="2200"/>
            </a:pPr>
            <a:r>
              <a:t>系统根据订单及分销规则自动分配业绩</a:t>
            </a:r>
          </a:p>
          <a:p>
            <a:pPr>
              <a:spcAft>
                <a:spcPts val="1000"/>
              </a:spcAft>
              <a:defRPr sz="2200"/>
            </a:pPr>
            <a:r>
              <a:t>确保公平透明，避免人工分配争议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关系绑定规则（核心机制）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邀请绑定：分享链接/二维码邀请，自动绑定上下级</a:t>
            </a:r>
          </a:p>
          <a:p>
            <a:pPr>
              <a:spcAft>
                <a:spcPts val="1000"/>
              </a:spcAft>
              <a:defRPr sz="2200"/>
            </a:pPr>
            <a:r>
              <a:t>主线限制：每个用户下方仅允许2条主线（左线+右线）</a:t>
            </a:r>
          </a:p>
          <a:p>
            <a:pPr>
              <a:spcAft>
                <a:spcPts val="1000"/>
              </a:spcAft>
              <a:defRPr sz="2200"/>
            </a:pPr>
            <a:r>
              <a:t>自动滑落：第3个及以上被推荐人自动滑落至最深空位</a:t>
            </a:r>
          </a:p>
          <a:p>
            <a:pPr>
              <a:spcAft>
                <a:spcPts val="1000"/>
              </a:spcAft>
              <a:defRPr sz="2200"/>
            </a:pPr>
            <a:r>
              <a:t>双重绑定：拉新用户自动绑定推荐人和安置上线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奖励体系 — 直推奖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首年利润</a:t>
            </a:r>
          </a:p>
          <a:p>
            <a:pPr>
              <a:spcAft>
                <a:spcPts val="800"/>
              </a:spcAft>
              <a:defRPr sz="2000"/>
            </a:pPr>
            <a:r>
              <a:t>• 裂变1个BU，获得首年利润5%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次年收益</a:t>
            </a:r>
          </a:p>
          <a:p>
            <a:pPr>
              <a:spcAft>
                <a:spcPts val="800"/>
              </a:spcAft>
              <a:defRPr sz="2000"/>
            </a:pPr>
            <a:r>
              <a:t>• 首年后持续获得2%收益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奖励体系 — 对碰奖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左右平衡时触发对碰奖</a:t>
            </a:r>
          </a:p>
          <a:p>
            <a:pPr>
              <a:spcAft>
                <a:spcPts val="1000"/>
              </a:spcAft>
              <a:defRPr sz="2200"/>
            </a:pPr>
            <a:r>
              <a:t>左右两区业绩对碰，获得小区业绩2%</a:t>
            </a:r>
          </a:p>
          <a:p>
            <a:pPr>
              <a:spcAft>
                <a:spcPts val="1000"/>
              </a:spcAft>
              <a:defRPr sz="2200"/>
            </a:pPr>
            <a:r>
              <a:t>由直推人获取该奖励利润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奖励体系 — 代数奖（级差奖）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143000"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代数范围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奖励比例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说明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1-10 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无限代分润起点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11-20 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递减少法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21代后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始终留存40%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代数奖保障机制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40% 留存机制 — 系统始终留存40%，保证分配</a:t>
            </a:r>
          </a:p>
          <a:p>
            <a:pPr>
              <a:spcAft>
                <a:spcPts val="1000"/>
              </a:spcAft>
              <a:defRPr sz="2200"/>
            </a:pPr>
            <a:r>
              <a:t>最小分润值 1元 — 低于1元累积到下次，永远能分到钱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滑落奖 &amp; 职级分红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滑落奖（被动收入）</a:t>
            </a:r>
          </a:p>
          <a:p>
            <a:pPr>
              <a:spcAft>
                <a:spcPts val="800"/>
              </a:spcAft>
              <a:defRPr sz="2000"/>
            </a:pPr>
            <a:r>
              <a:t>• 上面掉人也赚钱</a:t>
            </a:r>
          </a:p>
          <a:p>
            <a:pPr>
              <a:spcAft>
                <a:spcPts val="800"/>
              </a:spcAft>
              <a:defRPr sz="2000"/>
            </a:pPr>
            <a:r>
              <a:t>• 识别推荐人是他人但安置在自己树下的节点</a:t>
            </a:r>
          </a:p>
          <a:p>
            <a:pPr>
              <a:spcAft>
                <a:spcPts val="800"/>
              </a:spcAft>
              <a:defRPr sz="2000"/>
            </a:pPr>
            <a:r>
              <a:t>• 计算其首年利润×1%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职级分红（奖金池）</a:t>
            </a:r>
          </a:p>
          <a:p>
            <a:pPr>
              <a:spcAft>
                <a:spcPts val="800"/>
              </a:spcAft>
              <a:defRPr sz="2000"/>
            </a:pPr>
            <a:r>
              <a:t>• 白金：奖金池10%</a:t>
            </a:r>
          </a:p>
          <a:p>
            <a:pPr>
              <a:spcAft>
                <a:spcPts val="800"/>
              </a:spcAft>
              <a:defRPr sz="2000"/>
            </a:pPr>
            <a:r>
              <a:t>• 钻石：奖金池20%</a:t>
            </a:r>
          </a:p>
          <a:p>
            <a:pPr>
              <a:spcAft>
                <a:spcPts val="800"/>
              </a:spcAft>
              <a:defRPr sz="2000"/>
            </a:pPr>
            <a:r>
              <a:t>• 总统钻石：奖金池30%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API对接说明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对接系统</a:t>
            </a:r>
          </a:p>
          <a:p>
            <a:pPr>
              <a:spcAft>
                <a:spcPts val="800"/>
              </a:spcAft>
              <a:defRPr sz="2000"/>
            </a:pPr>
            <a:r>
              <a:t>• 项目管理系统</a:t>
            </a:r>
          </a:p>
          <a:p>
            <a:pPr>
              <a:spcAft>
                <a:spcPts val="800"/>
              </a:spcAft>
              <a:defRPr sz="2000"/>
            </a:pPr>
            <a:r>
              <a:t>• 有成报销（付款管理）</a:t>
            </a:r>
          </a:p>
          <a:p>
            <a:pPr>
              <a:spcAft>
                <a:spcPts val="800"/>
              </a:spcAft>
              <a:defRPr sz="2000"/>
            </a:pPr>
            <a:r>
              <a:t>• 单据管理系统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交互数据</a:t>
            </a:r>
          </a:p>
          <a:p>
            <a:pPr>
              <a:spcAft>
                <a:spcPts val="800"/>
              </a:spcAft>
              <a:defRPr sz="2000"/>
            </a:pPr>
            <a:r>
              <a:t>• 客户信息</a:t>
            </a:r>
          </a:p>
          <a:p>
            <a:pPr>
              <a:spcAft>
                <a:spcPts val="800"/>
              </a:spcAft>
              <a:defRPr sz="2000"/>
            </a:pPr>
            <a:r>
              <a:t>• 项目名称</a:t>
            </a:r>
          </a:p>
          <a:p>
            <a:pPr>
              <a:spcAft>
                <a:spcPts val="800"/>
              </a:spcAft>
              <a:defRPr sz="2000"/>
            </a:pPr>
            <a:r>
              <a:t>• 项目编号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核心卖点（会议强调重点）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11年分销系统经验 — 团队成熟，项目可实地体验</a:t>
            </a:r>
          </a:p>
          <a:p>
            <a:pPr>
              <a:spcAft>
                <a:spcPts val="1000"/>
              </a:spcAft>
              <a:defRPr sz="2200"/>
            </a:pPr>
            <a:r>
              <a:t>无限代裂变 — 真正的管道收入，团队越大收益越高</a:t>
            </a:r>
          </a:p>
          <a:p>
            <a:pPr>
              <a:spcAft>
                <a:spcPts val="1000"/>
              </a:spcAft>
              <a:defRPr sz="2200"/>
            </a:pPr>
            <a:r>
              <a:t>两条主线+自动滑落 — 公平均衡的网络结构</a:t>
            </a:r>
          </a:p>
          <a:p>
            <a:pPr>
              <a:spcAft>
                <a:spcPts val="1000"/>
              </a:spcAft>
              <a:defRPr sz="2200"/>
            </a:pPr>
            <a:r>
              <a:t>40%留存机制 — 永远不会被分不到钱</a:t>
            </a:r>
          </a:p>
          <a:p>
            <a:pPr>
              <a:spcAft>
                <a:spcPts val="1000"/>
              </a:spcAft>
              <a:defRPr sz="2200"/>
            </a:pPr>
            <a:r>
              <a:t>API无缝对接 — 不影响现有系统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华人清洗分销系统 · 技术团队 &amp; 案例展示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了解更多请联系项目负责人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